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9144000" cy="5143500" type="screen16x9"/>
  <p:notesSz cx="6858000" cy="9144000"/>
  <p:embeddedFontLst>
    <p:embeddedFont>
      <p:font typeface="Google Sans" panose="020B0604020202020204" charset="0"/>
      <p:regular r:id="rId4"/>
      <p:bold r:id="rId5"/>
      <p:italic r:id="rId6"/>
      <p:boldItalic r:id="rId7"/>
    </p:embeddedFont>
    <p:embeddedFont>
      <p:font typeface="Roboto" panose="02000000000000000000" pitchFamily="2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0" autoAdjust="0"/>
    <p:restoredTop sz="90078" autoAdjust="0"/>
  </p:normalViewPr>
  <p:slideViewPr>
    <p:cSldViewPr snapToGrid="0">
      <p:cViewPr varScale="1">
        <p:scale>
          <a:sx n="82" d="100"/>
          <a:sy n="82" d="100"/>
        </p:scale>
        <p:origin x="1482" y="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tableStyles" Target="tableStyle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3744909" y="70550"/>
            <a:ext cx="5109300" cy="5109300"/>
          </a:xfrm>
          <a:prstGeom prst="ellipse">
            <a:avLst/>
          </a:prstGeom>
          <a:solidFill>
            <a:srgbClr val="E6B8AF">
              <a:alpha val="38430"/>
            </a:srgbClr>
          </a:solidFill>
          <a:ln w="28575" cap="flat" cmpd="sng">
            <a:solidFill>
              <a:srgbClr val="EA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116816" y="70594"/>
            <a:ext cx="5109253" cy="5109253"/>
          </a:xfrm>
          <a:prstGeom prst="ellipse">
            <a:avLst/>
          </a:prstGeom>
          <a:solidFill>
            <a:srgbClr val="DEE7F2">
              <a:alpha val="64709"/>
            </a:srgbClr>
          </a:solidFill>
          <a:ln w="28575" cap="flat" cmpd="sng">
            <a:solidFill>
              <a:srgbClr val="A1C3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5637600" y="589700"/>
            <a:ext cx="13239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tcpdump</a:t>
            </a:r>
            <a:endParaRPr sz="1700"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3940208" y="1388024"/>
            <a:ext cx="11202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Similarities</a:t>
            </a:r>
            <a:endParaRPr b="1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1539766" y="1574345"/>
            <a:ext cx="2777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393625" y="1388025"/>
            <a:ext cx="3269400" cy="1795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dk1"/>
                </a:solidFill>
              </a:rPr>
              <a:t>Uses a graphical user interface (GUI)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dk1"/>
                </a:solidFill>
              </a:rPr>
              <a:t>Offers more features such as advanced filtering and colorizing</a:t>
            </a:r>
            <a:endParaRPr sz="1300" dirty="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dk1"/>
                </a:solidFill>
              </a:rPr>
              <a:t>Requires more system resources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provides decoding of protocol-based packet capturing.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4998288" y="1149752"/>
            <a:ext cx="2777700" cy="1565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Uses a command-line interface (CLI) </a:t>
            </a:r>
            <a:endParaRPr sz="13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Is lightweight and uses fewer system resources.</a:t>
            </a: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US" sz="13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It is less efficient in decoding compared to Wireshark.</a:t>
            </a:r>
            <a:endParaRPr sz="13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3875650" y="1836375"/>
            <a:ext cx="1426500" cy="20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7432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Network protocol analyzers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432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Open-source and available for free 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27432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</a:pPr>
            <a:r>
              <a:rPr lang="en" sz="12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Filter for a specific protocol</a:t>
            </a:r>
            <a:endParaRPr sz="12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2009500" y="589700"/>
            <a:ext cx="1323900" cy="2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b="1">
                <a:solidFill>
                  <a:schemeClr val="dk1"/>
                </a:solidFill>
                <a:latin typeface="Google Sans"/>
                <a:ea typeface="Google Sans"/>
                <a:cs typeface="Google Sans"/>
                <a:sym typeface="Google Sans"/>
              </a:rPr>
              <a:t>Wireshark</a:t>
            </a:r>
            <a:endParaRPr sz="1700" b="1">
              <a:solidFill>
                <a:schemeClr val="dk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Office PowerPoint</Application>
  <PresentationFormat>On-screen Show (16:9)</PresentationFormat>
  <Paragraphs>13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Roboto</vt:lpstr>
      <vt:lpstr>Arial</vt:lpstr>
      <vt:lpstr>Google Sans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gertrude suglo</dc:creator>
  <cp:lastModifiedBy>gertrude suglo</cp:lastModifiedBy>
  <cp:revision>1</cp:revision>
  <dcterms:modified xsi:type="dcterms:W3CDTF">2023-12-20T19:41:39Z</dcterms:modified>
</cp:coreProperties>
</file>